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6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E1290-D355-80F1-4FBB-4D633176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4E110E-7B32-A0F1-03F4-2F46935D8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51" y="682979"/>
            <a:ext cx="11776498" cy="549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0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CB196-F7E4-43B1-FB98-B47F91FF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E92FB8-A6D4-7ADA-E57E-6FF31E437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07" y="670788"/>
            <a:ext cx="11794785" cy="55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4011B-7CDA-4D5A-4AFE-505D86E7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769453-CF48-A4B8-BE2E-1F78F85C1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8" y="634215"/>
            <a:ext cx="12093464" cy="558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9597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子天 王</cp:lastModifiedBy>
  <cp:revision>6</cp:revision>
  <dcterms:created xsi:type="dcterms:W3CDTF">2023-08-09T12:44:00Z</dcterms:created>
  <dcterms:modified xsi:type="dcterms:W3CDTF">2026-03-07T02:32:39Z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
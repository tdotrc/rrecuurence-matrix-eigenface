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226" y="-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0168C4-BE89-E728-D7D4-EE5D37698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68" y="490096"/>
            <a:ext cx="11826032" cy="55151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1437D41-43B4-B90D-7542-2BF1089C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恢复阶数和相对误差</a:t>
            </a:r>
          </a:p>
        </p:txBody>
      </p:sp>
    </p:spTree>
    <p:extLst>
      <p:ext uri="{BB962C8B-B14F-4D97-AF65-F5344CB8AC3E}">
        <p14:creationId xmlns:p14="http://schemas.microsoft.com/office/powerpoint/2010/main" val="367096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5D8257D-EDD3-D99C-AECC-CB99223E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07" y="670788"/>
            <a:ext cx="11794785" cy="55164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6C66C1-E834-48DF-8B41-F58AA23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奇异值残留和相对误差</a:t>
            </a:r>
          </a:p>
        </p:txBody>
      </p:sp>
    </p:spTree>
    <p:extLst>
      <p:ext uri="{BB962C8B-B14F-4D97-AF65-F5344CB8AC3E}">
        <p14:creationId xmlns:p14="http://schemas.microsoft.com/office/powerpoint/2010/main" val="114132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60C28-CE89-DE76-3141-182E0220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CB17D5-007A-64AF-C75C-B884917B8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3280"/>
            <a:ext cx="12192000" cy="51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4951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</Words>
  <Application>Microsoft Office PowerPoint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恢复阶数和相对误差</vt:lpstr>
      <vt:lpstr>奇异值残留和相对误差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子天 王</cp:lastModifiedBy>
  <cp:revision>7</cp:revision>
  <dcterms:created xsi:type="dcterms:W3CDTF">2023-08-09T12:44:00Z</dcterms:created>
  <dcterms:modified xsi:type="dcterms:W3CDTF">2026-03-06T12:50:30Z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